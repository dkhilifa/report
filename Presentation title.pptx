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62" r:id="rId2"/>
    <p:sldId id="290" r:id="rId3"/>
    <p:sldId id="289" r:id="rId4"/>
    <p:sldId id="291" r:id="rId5"/>
    <p:sldId id="292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CC9DB1F-F246-422E-9D69-5E2B0FB7BEA5}">
          <p14:sldIdLst>
            <p14:sldId id="262"/>
            <p14:sldId id="290"/>
            <p14:sldId id="289"/>
            <p14:sldId id="291"/>
            <p14:sldId id="292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007E"/>
    <a:srgbClr val="8C0078"/>
    <a:srgbClr val="04572F"/>
    <a:srgbClr val="EEEFF1"/>
    <a:srgbClr val="A6ADB5"/>
    <a:srgbClr val="8191A5"/>
    <a:srgbClr val="C0C8D2"/>
    <a:srgbClr val="525A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44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43B43-F286-48C1-BBED-D571E17C6AE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7A20C-0A41-4975-BF38-102D39C80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2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441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501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.com/trademarks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titl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077965"/>
            <a:ext cx="5795963" cy="2702071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5015060"/>
            <a:ext cx="5795963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4B28F-A25E-4825-B94D-B2AD0EA2A9F6}"/>
              </a:ext>
            </a:extLst>
          </p:cNvPr>
          <p:cNvSpPr/>
          <p:nvPr/>
        </p:nvSpPr>
        <p:spPr>
          <a:xfrm>
            <a:off x="-228" y="0"/>
            <a:ext cx="43905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A767B04-DB20-575B-553B-88ACD76553E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0038" y="0"/>
            <a:ext cx="5495544" cy="6858000"/>
          </a:xfrm>
          <a:custGeom>
            <a:avLst/>
            <a:gdLst>
              <a:gd name="connsiteX0" fmla="*/ 0 w 5495544"/>
              <a:gd name="connsiteY0" fmla="*/ 0 h 6858000"/>
              <a:gd name="connsiteX1" fmla="*/ 5495544 w 5495544"/>
              <a:gd name="connsiteY1" fmla="*/ 0 h 6858000"/>
              <a:gd name="connsiteX2" fmla="*/ 5495544 w 5495544"/>
              <a:gd name="connsiteY2" fmla="*/ 6858000 h 6858000"/>
              <a:gd name="connsiteX3" fmla="*/ 0 w 549554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6858000">
                <a:moveTo>
                  <a:pt x="0" y="0"/>
                </a:moveTo>
                <a:lnTo>
                  <a:pt x="5495544" y="0"/>
                </a:lnTo>
                <a:lnTo>
                  <a:pt x="54955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and drop </a:t>
            </a:r>
            <a:br>
              <a:rPr lang="en-US" dirty="0"/>
            </a:br>
            <a:r>
              <a:rPr lang="en-US" dirty="0"/>
              <a:t>a picture here</a:t>
            </a:r>
          </a:p>
        </p:txBody>
      </p:sp>
      <p:pic>
        <p:nvPicPr>
          <p:cNvPr id="6" name="Graphic 7">
            <a:extLst>
              <a:ext uri="{FF2B5EF4-FFF2-40B4-BE49-F238E27FC236}">
                <a16:creationId xmlns:a16="http://schemas.microsoft.com/office/drawing/2014/main" id="{0A935D2C-8C8E-184B-D8FC-8FF74926C0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9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16">
          <p15:clr>
            <a:srgbClr val="FBAE40"/>
          </p15:clr>
        </p15:guide>
        <p15:guide id="2" pos="7387">
          <p15:clr>
            <a:srgbClr val="FBAE40"/>
          </p15:clr>
        </p15:guide>
        <p15:guide id="3" orient="horz" pos="3067">
          <p15:clr>
            <a:srgbClr val="FBAE40"/>
          </p15:clr>
        </p15:guide>
        <p15:guide id="4" orient="horz" pos="393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 without pictur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1470" y="1964458"/>
            <a:ext cx="7807324" cy="2929084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470" y="5015060"/>
            <a:ext cx="7807324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pic>
        <p:nvPicPr>
          <p:cNvPr id="4" name="Graphic 14">
            <a:extLst>
              <a:ext uri="{FF2B5EF4-FFF2-40B4-BE49-F238E27FC236}">
                <a16:creationId xmlns:a16="http://schemas.microsoft.com/office/drawing/2014/main" id="{70CC30A6-5943-4618-79CD-9E122FDCAE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09F09FF-C8AF-EE46-958B-11187A34AAE5}"/>
              </a:ext>
            </a:extLst>
          </p:cNvPr>
          <p:cNvSpPr/>
          <p:nvPr userDrawn="1"/>
        </p:nvSpPr>
        <p:spPr>
          <a:xfrm>
            <a:off x="-228" y="0"/>
            <a:ext cx="30026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50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9">
          <p15:clr>
            <a:srgbClr val="FBAE40"/>
          </p15:clr>
        </p15:guide>
        <p15:guide id="2" orient="horz" pos="2615">
          <p15:clr>
            <a:srgbClr val="FBAE40"/>
          </p15:clr>
        </p15:guide>
        <p15:guide id="3" pos="5196">
          <p15:clr>
            <a:srgbClr val="FBAE40"/>
          </p15:clr>
        </p15:guide>
        <p15:guide id="4" pos="61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28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pos="726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orient="horz" pos="67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9399" y="419894"/>
            <a:ext cx="9372601" cy="1484312"/>
          </a:xfrm>
          <a:solidFill>
            <a:schemeClr val="accent4"/>
          </a:solidFill>
        </p:spPr>
        <p:txBody>
          <a:bodyPr vert="horz" lIns="91440" tIns="45720" rIns="288000" bIns="45720" rtlCol="0" anchor="ctr">
            <a:noAutofit/>
          </a:bodyPr>
          <a:lstStyle>
            <a:lvl1pPr marL="263525" indent="0"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7B0BAF98-BF01-8628-815D-6C637563DA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C4CE3442-CD9D-76CA-881D-CEA1B2E3BE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04925"/>
            <a:ext cx="12192000" cy="4787900"/>
          </a:xfrm>
          <a:custGeom>
            <a:avLst/>
            <a:gdLst>
              <a:gd name="connsiteX0" fmla="*/ 0 w 12192000"/>
              <a:gd name="connsiteY0" fmla="*/ 0 h 4787900"/>
              <a:gd name="connsiteX1" fmla="*/ 2819399 w 12192000"/>
              <a:gd name="connsiteY1" fmla="*/ 0 h 4787900"/>
              <a:gd name="connsiteX2" fmla="*/ 2819399 w 12192000"/>
              <a:gd name="connsiteY2" fmla="*/ 599281 h 4787900"/>
              <a:gd name="connsiteX3" fmla="*/ 12192000 w 12192000"/>
              <a:gd name="connsiteY3" fmla="*/ 599281 h 4787900"/>
              <a:gd name="connsiteX4" fmla="*/ 12192000 w 12192000"/>
              <a:gd name="connsiteY4" fmla="*/ 4787900 h 4787900"/>
              <a:gd name="connsiteX5" fmla="*/ 0 w 12192000"/>
              <a:gd name="connsiteY5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787900">
                <a:moveTo>
                  <a:pt x="0" y="0"/>
                </a:moveTo>
                <a:lnTo>
                  <a:pt x="2819399" y="0"/>
                </a:lnTo>
                <a:lnTo>
                  <a:pt x="2819399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0" y="478790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rgbClr val="C0C8D2"/>
                </a:solidFill>
              </a:defRPr>
            </a:lvl1pPr>
          </a:lstStyle>
          <a:p>
            <a:r>
              <a:rPr lang="en-US" dirty="0"/>
              <a:t>Drag and drop a picture here (optional)</a:t>
            </a:r>
          </a:p>
        </p:txBody>
      </p:sp>
    </p:spTree>
    <p:extLst>
      <p:ext uri="{BB962C8B-B14F-4D97-AF65-F5344CB8AC3E}">
        <p14:creationId xmlns:p14="http://schemas.microsoft.com/office/powerpoint/2010/main" val="68647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0037" y="1484313"/>
            <a:ext cx="5719763" cy="4608512"/>
          </a:xfrm>
        </p:spPr>
        <p:txBody>
          <a:bodyPr/>
          <a:lstStyle>
            <a:lvl1pPr marL="261938" indent="-261938">
              <a:buFont typeface="Arial" panose="020B0604020202020204" pitchFamily="34" charset="0"/>
              <a:buChar char="•"/>
              <a:defRPr/>
            </a:lvl1pPr>
            <a:lvl2pPr marL="536575" indent="-266700">
              <a:buFont typeface="Arial" panose="020B0604020202020204" pitchFamily="34" charset="0"/>
              <a:buChar char="•"/>
              <a:defRPr/>
            </a:lvl2pPr>
            <a:lvl3pPr marL="812800" indent="-273050">
              <a:buFont typeface="Arial" panose="020B0604020202020204" pitchFamily="34" charset="0"/>
              <a:buChar char="•"/>
              <a:defRPr/>
            </a:lvl3pPr>
            <a:lvl4pPr marL="987425" indent="-268288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0" y="1484313"/>
            <a:ext cx="572040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88507-3E03-4FB3-A132-78A9397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E28F68-9BF2-4E8D-9900-2B961920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468ACE-19CE-4D11-BE8C-BF854FA8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52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4">
          <p15:clr>
            <a:srgbClr val="FBAE40"/>
          </p15:clr>
        </p15:guide>
        <p15:guide id="2" orient="horz" pos="137">
          <p15:clr>
            <a:srgbClr val="FBAE40"/>
          </p15:clr>
        </p15:guide>
        <p15:guide id="3" pos="726">
          <p15:clr>
            <a:srgbClr val="FBAE40"/>
          </p15:clr>
        </p15:guide>
        <p15:guide id="4" pos="565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55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5953C-BDCE-466C-B5D1-10A5597F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3A61-3D0C-4D22-A38C-FED809C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FF57E-942B-4161-B1AA-AAC9C60F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20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674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pos="72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15AA452-2F5A-B772-945B-B0CFC5F3FD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8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9467D-4E3E-2E79-F1E3-71984118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0C536-79BA-88B1-166F-BD74971E5A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0DF25-812A-35DC-2783-1BC33FB9C8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5D2CF-A487-DE9E-414F-462D62049E4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29F6FE6-9902-64DD-A000-F3C8D011E5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649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6E4D8103-4194-5038-5BB3-B27BD01622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0038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B333E01B-74F4-BD5A-C789-5CB514934A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649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9017772-3244-6F37-2086-3BFA0683EA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038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0A08BA30-CC2E-1C99-57CB-92CBBB68B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91649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E74361AC-E7BF-9BB0-D531-28E15A7ED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0038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A2A63932-A9F1-75DE-B4ED-0D62394486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649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B2E5A9C1-A2AB-4259-82F1-2AE3DFFDBA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461B435B-C211-8417-11B1-5F46A1AC59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7611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23E32E66-08FD-72CE-DA85-9B3671D6D2E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E0F050B4-6ECE-8FF8-A1AA-3F4C2FBA89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7611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C57D1331-E3D7-C1FD-541B-C64045C742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FCBB95E6-B6D9-2B1A-115E-09D087D466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87611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1AED3D0D-2221-0F28-6404-8DE7BBE380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A72B0B48-D3AF-3DBD-FB54-005779ED399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87611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661350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F8E72F1-E261-A4D3-03FD-FCC35198792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1E53E3-FC79-490F-927D-EDA5C06E6818}"/>
                </a:ext>
              </a:extLst>
            </p:cNvPr>
            <p:cNvSpPr/>
            <p:nvPr userDrawn="1"/>
          </p:nvSpPr>
          <p:spPr>
            <a:xfrm>
              <a:off x="0" y="0"/>
              <a:ext cx="12192000" cy="6854862"/>
            </a:xfrm>
            <a:prstGeom prst="rect">
              <a:avLst/>
            </a:prstGeom>
            <a:solidFill>
              <a:srgbClr val="00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C8CE8D-FE25-40F5-A966-5717F85ACF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959336" y="1565049"/>
              <a:ext cx="6273328" cy="2280102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94F7AD-3707-136B-D04F-5BE5160AF4A4}"/>
                </a:ext>
              </a:extLst>
            </p:cNvPr>
            <p:cNvSpPr/>
            <p:nvPr userDrawn="1"/>
          </p:nvSpPr>
          <p:spPr>
            <a:xfrm>
              <a:off x="0" y="5580993"/>
              <a:ext cx="12192000" cy="127700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970C644-A64B-B0FF-7271-99A256079D04}"/>
                </a:ext>
              </a:extLst>
            </p:cNvPr>
            <p:cNvSpPr/>
            <p:nvPr userDrawn="1"/>
          </p:nvSpPr>
          <p:spPr>
            <a:xfrm>
              <a:off x="219558" y="5822714"/>
              <a:ext cx="9395219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  <a:t>© STMicroelectronics - All rights reserved.</a:t>
              </a:r>
              <a:b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ST logo is a trademark or a registered trademark of STMicroelectronics International NV or its affiliates in the EU and/or other countries. For additional information about ST trademarks, please refer to 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www.st.com/trademarks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. </a:t>
              </a:r>
              <a:b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All other product or service names are the property of their respective owners.</a:t>
              </a: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F6297DC-F8E9-1EA8-8CF6-587BC0B48C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66753" y="5668010"/>
              <a:ext cx="1591910" cy="1097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0001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33052DD4-CDE3-4E33-AB80-AED4CE4AC39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CD4E90-0AD7-41F7-BEF4-B339EC998E49}"/>
              </a:ext>
            </a:extLst>
          </p:cNvPr>
          <p:cNvSpPr/>
          <p:nvPr/>
        </p:nvSpPr>
        <p:spPr>
          <a:xfrm>
            <a:off x="12004894" y="0"/>
            <a:ext cx="187105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C1749DD-5CB4-BAFF-5C24-97F0F00F15F6}"/>
              </a:ext>
            </a:extLst>
          </p:cNvPr>
          <p:cNvGrpSpPr/>
          <p:nvPr userDrawn="1"/>
        </p:nvGrpSpPr>
        <p:grpSpPr>
          <a:xfrm>
            <a:off x="-350520" y="4319928"/>
            <a:ext cx="317500" cy="952500"/>
            <a:chOff x="-342900" y="4319928"/>
            <a:chExt cx="317500" cy="952500"/>
          </a:xfrm>
        </p:grpSpPr>
        <p:sp>
          <p:nvSpPr>
            <p:cNvPr id="43" name="ColorPatch">
              <a:extLst>
                <a:ext uri="{FF2B5EF4-FFF2-40B4-BE49-F238E27FC236}">
                  <a16:creationId xmlns:a16="http://schemas.microsoft.com/office/drawing/2014/main" id="{A2E2F886-C330-51CE-B5C9-AB46F1404BB1}"/>
                </a:ext>
              </a:extLst>
            </p:cNvPr>
            <p:cNvSpPr/>
            <p:nvPr userDrawn="1"/>
          </p:nvSpPr>
          <p:spPr>
            <a:xfrm>
              <a:off x="-342900" y="4954928"/>
              <a:ext cx="317500" cy="317500"/>
            </a:xfrm>
            <a:prstGeom prst="rect">
              <a:avLst/>
            </a:prstGeom>
            <a:solidFill>
              <a:srgbClr val="EEEFF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4" name="ColorPatch">
              <a:extLst>
                <a:ext uri="{FF2B5EF4-FFF2-40B4-BE49-F238E27FC236}">
                  <a16:creationId xmlns:a16="http://schemas.microsoft.com/office/drawing/2014/main" id="{FDB36328-023C-D8C1-7E6B-A648091D0ED0}"/>
                </a:ext>
              </a:extLst>
            </p:cNvPr>
            <p:cNvSpPr/>
            <p:nvPr userDrawn="1"/>
          </p:nvSpPr>
          <p:spPr>
            <a:xfrm>
              <a:off x="-342900" y="4637428"/>
              <a:ext cx="317500" cy="317500"/>
            </a:xfrm>
            <a:prstGeom prst="rect">
              <a:avLst/>
            </a:prstGeom>
            <a:solidFill>
              <a:srgbClr val="A6ADB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5" name="ColorPatch">
              <a:extLst>
                <a:ext uri="{FF2B5EF4-FFF2-40B4-BE49-F238E27FC236}">
                  <a16:creationId xmlns:a16="http://schemas.microsoft.com/office/drawing/2014/main" id="{9F8E65A1-0412-05F6-3F82-8EB79873A102}"/>
                </a:ext>
              </a:extLst>
            </p:cNvPr>
            <p:cNvSpPr/>
            <p:nvPr userDrawn="1"/>
          </p:nvSpPr>
          <p:spPr>
            <a:xfrm>
              <a:off x="-342900" y="4319928"/>
              <a:ext cx="317500" cy="317500"/>
            </a:xfrm>
            <a:prstGeom prst="rect">
              <a:avLst/>
            </a:prstGeom>
            <a:solidFill>
              <a:srgbClr val="525A63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732C244-0C14-30D0-0478-36AA2A9F0B44}"/>
              </a:ext>
            </a:extLst>
          </p:cNvPr>
          <p:cNvGrpSpPr/>
          <p:nvPr userDrawn="1"/>
        </p:nvGrpSpPr>
        <p:grpSpPr>
          <a:xfrm>
            <a:off x="-350520" y="2879952"/>
            <a:ext cx="317500" cy="1270000"/>
            <a:chOff x="-342900" y="2879952"/>
            <a:chExt cx="317500" cy="1270000"/>
          </a:xfrm>
        </p:grpSpPr>
        <p:sp>
          <p:nvSpPr>
            <p:cNvPr id="50" name="ColorPatch">
              <a:extLst>
                <a:ext uri="{FF2B5EF4-FFF2-40B4-BE49-F238E27FC236}">
                  <a16:creationId xmlns:a16="http://schemas.microsoft.com/office/drawing/2014/main" id="{31E1361B-325C-EE46-1B21-F5A3ABF1D2F3}"/>
                </a:ext>
              </a:extLst>
            </p:cNvPr>
            <p:cNvSpPr/>
            <p:nvPr userDrawn="1"/>
          </p:nvSpPr>
          <p:spPr>
            <a:xfrm>
              <a:off x="-342900" y="3832452"/>
              <a:ext cx="317500" cy="317500"/>
            </a:xfrm>
            <a:prstGeom prst="rect">
              <a:avLst/>
            </a:prstGeom>
            <a:solidFill>
              <a:srgbClr val="FFF4B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1" name="ColorPatch">
              <a:extLst>
                <a:ext uri="{FF2B5EF4-FFF2-40B4-BE49-F238E27FC236}">
                  <a16:creationId xmlns:a16="http://schemas.microsoft.com/office/drawing/2014/main" id="{721D0BC2-53DB-3884-688A-247574811D85}"/>
                </a:ext>
              </a:extLst>
            </p:cNvPr>
            <p:cNvSpPr/>
            <p:nvPr userDrawn="1"/>
          </p:nvSpPr>
          <p:spPr>
            <a:xfrm>
              <a:off x="-342900" y="3515520"/>
              <a:ext cx="317500" cy="317500"/>
            </a:xfrm>
            <a:prstGeom prst="rect">
              <a:avLst/>
            </a:prstGeom>
            <a:solidFill>
              <a:srgbClr val="FFE87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2" name="ColorPatch">
              <a:extLst>
                <a:ext uri="{FF2B5EF4-FFF2-40B4-BE49-F238E27FC236}">
                  <a16:creationId xmlns:a16="http://schemas.microsoft.com/office/drawing/2014/main" id="{3D10437D-D613-EB33-523B-3A294D6295FE}"/>
                </a:ext>
              </a:extLst>
            </p:cNvPr>
            <p:cNvSpPr/>
            <p:nvPr userDrawn="1"/>
          </p:nvSpPr>
          <p:spPr>
            <a:xfrm>
              <a:off x="-342900" y="3197452"/>
              <a:ext cx="317500" cy="317500"/>
            </a:xfrm>
            <a:prstGeom prst="rect">
              <a:avLst/>
            </a:prstGeom>
            <a:solidFill>
              <a:srgbClr val="FFDD4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3" name="ColorPatch">
              <a:extLst>
                <a:ext uri="{FF2B5EF4-FFF2-40B4-BE49-F238E27FC236}">
                  <a16:creationId xmlns:a16="http://schemas.microsoft.com/office/drawing/2014/main" id="{7605F83F-A2B9-B477-973E-B28376961D98}"/>
                </a:ext>
              </a:extLst>
            </p:cNvPr>
            <p:cNvSpPr/>
            <p:nvPr userDrawn="1"/>
          </p:nvSpPr>
          <p:spPr>
            <a:xfrm>
              <a:off x="-342900" y="2879952"/>
              <a:ext cx="317500" cy="317500"/>
            </a:xfrm>
            <a:prstGeom prst="rect">
              <a:avLst/>
            </a:prstGeom>
            <a:solidFill>
              <a:srgbClr val="FFD20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75168C8-3C72-052F-C7C0-7CD4B023E7F9}"/>
              </a:ext>
            </a:extLst>
          </p:cNvPr>
          <p:cNvGrpSpPr/>
          <p:nvPr userDrawn="1"/>
        </p:nvGrpSpPr>
        <p:grpSpPr>
          <a:xfrm>
            <a:off x="-350520" y="1439976"/>
            <a:ext cx="317500" cy="1270000"/>
            <a:chOff x="-342900" y="1439976"/>
            <a:chExt cx="317500" cy="1270000"/>
          </a:xfrm>
        </p:grpSpPr>
        <p:sp>
          <p:nvSpPr>
            <p:cNvPr id="55" name="ColorPatch">
              <a:extLst>
                <a:ext uri="{FF2B5EF4-FFF2-40B4-BE49-F238E27FC236}">
                  <a16:creationId xmlns:a16="http://schemas.microsoft.com/office/drawing/2014/main" id="{4A6E12F2-EF64-A2CC-1E25-B6F6B23289F8}"/>
                </a:ext>
              </a:extLst>
            </p:cNvPr>
            <p:cNvSpPr/>
            <p:nvPr userDrawn="1"/>
          </p:nvSpPr>
          <p:spPr>
            <a:xfrm>
              <a:off x="-342900" y="2392476"/>
              <a:ext cx="317500" cy="317500"/>
            </a:xfrm>
            <a:prstGeom prst="rect">
              <a:avLst/>
            </a:prstGeom>
            <a:solidFill>
              <a:srgbClr val="CEECF9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6" name="ColorPatch">
              <a:extLst>
                <a:ext uri="{FF2B5EF4-FFF2-40B4-BE49-F238E27FC236}">
                  <a16:creationId xmlns:a16="http://schemas.microsoft.com/office/drawing/2014/main" id="{DF4090A9-80E3-4F93-64FD-1A4F5C9704A1}"/>
                </a:ext>
              </a:extLst>
            </p:cNvPr>
            <p:cNvSpPr/>
            <p:nvPr userDrawn="1"/>
          </p:nvSpPr>
          <p:spPr>
            <a:xfrm>
              <a:off x="-342900" y="2074976"/>
              <a:ext cx="317500" cy="317500"/>
            </a:xfrm>
            <a:prstGeom prst="rect">
              <a:avLst/>
            </a:prstGeom>
            <a:solidFill>
              <a:srgbClr val="9DD9F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7" name="ColorPatch">
              <a:extLst>
                <a:ext uri="{FF2B5EF4-FFF2-40B4-BE49-F238E27FC236}">
                  <a16:creationId xmlns:a16="http://schemas.microsoft.com/office/drawing/2014/main" id="{383C7A3C-7DEE-3289-0A64-6DC893E895F6}"/>
                </a:ext>
              </a:extLst>
            </p:cNvPr>
            <p:cNvSpPr/>
            <p:nvPr userDrawn="1"/>
          </p:nvSpPr>
          <p:spPr>
            <a:xfrm>
              <a:off x="-342900" y="1757476"/>
              <a:ext cx="317500" cy="317500"/>
            </a:xfrm>
            <a:prstGeom prst="rect">
              <a:avLst/>
            </a:prstGeom>
            <a:solidFill>
              <a:srgbClr val="6DC7EC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8" name="ColorPatch">
              <a:extLst>
                <a:ext uri="{FF2B5EF4-FFF2-40B4-BE49-F238E27FC236}">
                  <a16:creationId xmlns:a16="http://schemas.microsoft.com/office/drawing/2014/main" id="{199B6E69-48B5-574D-A56E-8532B8036346}"/>
                </a:ext>
              </a:extLst>
            </p:cNvPr>
            <p:cNvSpPr/>
            <p:nvPr userDrawn="1"/>
          </p:nvSpPr>
          <p:spPr>
            <a:xfrm>
              <a:off x="-342900" y="1439976"/>
              <a:ext cx="317500" cy="317500"/>
            </a:xfrm>
            <a:prstGeom prst="rect">
              <a:avLst/>
            </a:prstGeom>
            <a:solidFill>
              <a:srgbClr val="3CB4E6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76E4B5F-4E90-DA3A-7C84-81947655F1ED}"/>
              </a:ext>
            </a:extLst>
          </p:cNvPr>
          <p:cNvGrpSpPr/>
          <p:nvPr userDrawn="1"/>
        </p:nvGrpSpPr>
        <p:grpSpPr>
          <a:xfrm>
            <a:off x="-350520" y="0"/>
            <a:ext cx="317500" cy="1271047"/>
            <a:chOff x="-342900" y="0"/>
            <a:chExt cx="317500" cy="1271047"/>
          </a:xfrm>
        </p:grpSpPr>
        <p:sp>
          <p:nvSpPr>
            <p:cNvPr id="60" name="ColorPatch">
              <a:extLst>
                <a:ext uri="{FF2B5EF4-FFF2-40B4-BE49-F238E27FC236}">
                  <a16:creationId xmlns:a16="http://schemas.microsoft.com/office/drawing/2014/main" id="{E8CC3E9E-61E4-65A9-2FB7-B210351E32AB}"/>
                </a:ext>
              </a:extLst>
            </p:cNvPr>
            <p:cNvSpPr/>
            <p:nvPr userDrawn="1"/>
          </p:nvSpPr>
          <p:spPr>
            <a:xfrm>
              <a:off x="-342900" y="953547"/>
              <a:ext cx="317500" cy="317500"/>
            </a:xfrm>
            <a:prstGeom prst="rect">
              <a:avLst/>
            </a:prstGeom>
            <a:solidFill>
              <a:srgbClr val="C0C8D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1" name="ColorPatch">
              <a:extLst>
                <a:ext uri="{FF2B5EF4-FFF2-40B4-BE49-F238E27FC236}">
                  <a16:creationId xmlns:a16="http://schemas.microsoft.com/office/drawing/2014/main" id="{52979BF7-37B7-C9E0-012F-AF2421299EA0}"/>
                </a:ext>
              </a:extLst>
            </p:cNvPr>
            <p:cNvSpPr/>
            <p:nvPr userDrawn="1"/>
          </p:nvSpPr>
          <p:spPr>
            <a:xfrm>
              <a:off x="-342900" y="635000"/>
              <a:ext cx="317500" cy="317500"/>
            </a:xfrm>
            <a:prstGeom prst="rect">
              <a:avLst/>
            </a:prstGeom>
            <a:solidFill>
              <a:srgbClr val="8191A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2" name="ColorPatch">
              <a:extLst>
                <a:ext uri="{FF2B5EF4-FFF2-40B4-BE49-F238E27FC236}">
                  <a16:creationId xmlns:a16="http://schemas.microsoft.com/office/drawing/2014/main" id="{4F93A17E-06C6-9F0F-291B-C51A93E99B57}"/>
                </a:ext>
              </a:extLst>
            </p:cNvPr>
            <p:cNvSpPr/>
            <p:nvPr userDrawn="1"/>
          </p:nvSpPr>
          <p:spPr>
            <a:xfrm>
              <a:off x="-342900" y="317500"/>
              <a:ext cx="317500" cy="317500"/>
            </a:xfrm>
            <a:prstGeom prst="rect">
              <a:avLst/>
            </a:prstGeom>
            <a:solidFill>
              <a:srgbClr val="425A78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3" name="ColorPatch">
              <a:extLst>
                <a:ext uri="{FF2B5EF4-FFF2-40B4-BE49-F238E27FC236}">
                  <a16:creationId xmlns:a16="http://schemas.microsoft.com/office/drawing/2014/main" id="{435540DC-615B-FEFF-859B-65830CAC8FD4}"/>
                </a:ext>
              </a:extLst>
            </p:cNvPr>
            <p:cNvSpPr/>
            <p:nvPr userDrawn="1"/>
          </p:nvSpPr>
          <p:spPr>
            <a:xfrm>
              <a:off x="-342900" y="0"/>
              <a:ext cx="317500" cy="317500"/>
            </a:xfrm>
            <a:prstGeom prst="rect">
              <a:avLst/>
            </a:prstGeom>
            <a:solidFill>
              <a:srgbClr val="03234B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1B25AE6E-5128-CFAA-FFCC-CE0BB6C809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3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9" r:id="rId8"/>
    <p:sldLayoutId id="2147483671" r:id="rId9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hyperlink" Target="http://www.st.com/" TargetMode="Externa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brandportal.s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FB49D3ED-12A5-44AC-B654-9458A5FBE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9" y="2077965"/>
            <a:ext cx="5795963" cy="2702071"/>
          </a:xfrm>
        </p:spPr>
        <p:txBody>
          <a:bodyPr/>
          <a:lstStyle/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on multiple lines</a:t>
            </a:r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12613E07-DCF2-4461-AFF5-7A705127F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9" y="5015060"/>
            <a:ext cx="5795963" cy="1077764"/>
          </a:xfrm>
        </p:spPr>
        <p:txBody>
          <a:bodyPr/>
          <a:lstStyle/>
          <a:p>
            <a:r>
              <a:rPr lang="en-US" dirty="0"/>
              <a:t>Presenter name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EE23721-DB44-4FE9-3CDF-ADA761E876C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2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C006ACC-E987-C7A7-3422-103A76A405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6B3432E-AE69-5F85-0FC5-BB84AD77E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8BE283-3F05-E017-3083-62357D85AB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1649" y="1487433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1CEAB7B2-18FF-0F8A-4F0E-13BCDDA0C86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725ABBE-4D09-483B-5C21-E45ACF14AB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91649" y="2624425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C9F1601A-C562-E0EB-4DA5-35272C971F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A4DC94-3104-7B9D-1C3F-226D7352330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91649" y="3761417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5BE17351-FECB-90FB-FC8B-21FE515491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3B923B5-21FB-5D6E-C8AF-C55874717F2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91649" y="4898408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13A796A7-59BA-96DB-B4E2-051CD044BD8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C0EDDEC-C159-3CA4-8580-ED598064B3B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887611" y="1487433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2E3F8495-6BFB-B003-7D8D-06A0F6B6E52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409FD5-92A9-6C0D-B523-BE46615AB5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887611" y="2624425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D5812348-DC9C-298C-78E8-778E568C3C8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8553CA5-37D8-ED06-91E8-F0CCB019204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887611" y="3761417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480372B2-A31B-2B16-C85F-4BD58C06129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F846565-D8A4-51A3-B78C-F5826B0A81A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887611" y="4898408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1550064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A69568E-652B-AE68-64CF-60695826F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4159EE-04AF-02E3-73BF-9D0DB6BF2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287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6F1A30-1F85-0487-1A9C-F26878D0E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399" y="419894"/>
            <a:ext cx="9372601" cy="1484312"/>
          </a:xfrm>
        </p:spPr>
        <p:txBody>
          <a:bodyPr/>
          <a:lstStyle/>
          <a:p>
            <a:r>
              <a:rPr lang="en-US" dirty="0"/>
              <a:t>Section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78D742-083C-94FB-0E34-4A85F2E988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48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EF3D03A-A9C6-23ED-D421-D8DBD91504B1}"/>
              </a:ext>
            </a:extLst>
          </p:cNvPr>
          <p:cNvGrpSpPr/>
          <p:nvPr/>
        </p:nvGrpSpPr>
        <p:grpSpPr>
          <a:xfrm>
            <a:off x="2771951" y="4347316"/>
            <a:ext cx="6420472" cy="952500"/>
            <a:chOff x="2414184" y="4286537"/>
            <a:chExt cx="6420472" cy="95250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B9E9B98-996A-C191-F84C-7450EBE0923D}"/>
                </a:ext>
              </a:extLst>
            </p:cNvPr>
            <p:cNvSpPr txBox="1"/>
            <p:nvPr/>
          </p:nvSpPr>
          <p:spPr>
            <a:xfrm>
              <a:off x="3366684" y="4470400"/>
              <a:ext cx="546797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Find out more at </a:t>
              </a:r>
              <a:r>
                <a:rPr lang="en-US" sz="3200" dirty="0">
                  <a:solidFill>
                    <a:schemeClr val="accent3"/>
                  </a:solidFill>
                  <a:hlinkClick r:id="rId2"/>
                </a:rPr>
                <a:t>www.st.com</a:t>
              </a:r>
              <a:endParaRPr lang="en-US" sz="3200" dirty="0">
                <a:solidFill>
                  <a:schemeClr val="accent3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88344D3-877E-1588-F71C-5C1F9E8B0C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14184" y="4286537"/>
              <a:ext cx="952500" cy="952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5237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BF0139B-0BEB-449C-B1F7-80D4F54F3FC1}"/>
              </a:ext>
            </a:extLst>
          </p:cNvPr>
          <p:cNvGrpSpPr/>
          <p:nvPr/>
        </p:nvGrpSpPr>
        <p:grpSpPr>
          <a:xfrm>
            <a:off x="4688541" y="0"/>
            <a:ext cx="7503459" cy="6858000"/>
            <a:chOff x="4688541" y="0"/>
            <a:chExt cx="7503459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975067-3004-4E25-8B69-CACB0B196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88541" y="0"/>
              <a:ext cx="7503459" cy="6858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C8AF24E-0C24-4EB7-8B46-271260356B65}"/>
                </a:ext>
              </a:extLst>
            </p:cNvPr>
            <p:cNvSpPr/>
            <p:nvPr/>
          </p:nvSpPr>
          <p:spPr>
            <a:xfrm>
              <a:off x="11640457" y="0"/>
              <a:ext cx="551543" cy="685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B759B23-2AC6-4702-845A-24B397B67FAF}"/>
              </a:ext>
            </a:extLst>
          </p:cNvPr>
          <p:cNvSpPr txBox="1"/>
          <p:nvPr/>
        </p:nvSpPr>
        <p:spPr>
          <a:xfrm>
            <a:off x="188686" y="2513364"/>
            <a:ext cx="4325257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dirty="0"/>
              <a:t>For further support in creating a PowerPoint presentation, including graphic assets, formatting tools and additional information on the ST brand</a:t>
            </a:r>
          </a:p>
          <a:p>
            <a:pPr algn="ctr">
              <a:spcBef>
                <a:spcPts val="600"/>
              </a:spcBef>
            </a:pPr>
            <a:r>
              <a:rPr lang="en-US" b="1" dirty="0"/>
              <a:t>you can visit the ST Brand Portal</a:t>
            </a:r>
            <a:br>
              <a:rPr lang="en-US" dirty="0"/>
            </a:br>
            <a:r>
              <a:rPr lang="en-US" dirty="0">
                <a:hlinkClick r:id="rId4"/>
              </a:rPr>
              <a:t>https://brandportal.st.com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923148"/>
      </p:ext>
    </p:extLst>
  </p:cSld>
  <p:clrMapOvr>
    <a:masterClrMapping/>
  </p:clrMapOvr>
</p:sld>
</file>

<file path=ppt/theme/theme1.xml><?xml version="1.0" encoding="utf-8"?>
<a:theme xmlns:a="http://schemas.openxmlformats.org/drawingml/2006/main" name="ST PowerPoint Template 16x9">
  <a:themeElements>
    <a:clrScheme name="ST2024">
      <a:dk1>
        <a:srgbClr val="03234B"/>
      </a:dk1>
      <a:lt1>
        <a:srgbClr val="FFFFFF"/>
      </a:lt1>
      <a:dk2>
        <a:srgbClr val="525A63"/>
      </a:dk2>
      <a:lt2>
        <a:srgbClr val="EEEFF1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04572F"/>
      </a:accent6>
      <a:hlink>
        <a:srgbClr val="3CB4E6"/>
      </a:hlink>
      <a:folHlink>
        <a:srgbClr val="8191A5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 [16-9].potx" id="{1D6C4797-0390-488F-934B-6361D727849A}" vid="{E0CC9EDB-CDC5-4C80-AA9A-B10AD2A9AA1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f8c7287-838c-46dd-b281-b1140229e67a}" enabled="1" method="Privileged" siteId="{75e027c9-20d5-47d5-b82f-77d7cd041e8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</TotalTime>
  <Words>67</Words>
  <Application>Microsoft Office PowerPoint</Application>
  <PresentationFormat>Widescreen</PresentationFormat>
  <Paragraphs>17</Paragraphs>
  <Slides>6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ST PowerPoint Template 16x9</vt:lpstr>
      <vt:lpstr>Presentation title on multiple lines</vt:lpstr>
      <vt:lpstr>Agenda</vt:lpstr>
      <vt:lpstr>PowerPoint Presentation</vt:lpstr>
      <vt:lpstr>Section title</vt:lpstr>
      <vt:lpstr>PowerPoint Presentation</vt:lpstr>
      <vt:lpstr>PowerPoint Presentation</vt:lpstr>
    </vt:vector>
  </TitlesOfParts>
  <Manager/>
  <Company>STMicroelectronics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Fares DKHILI</dc:creator>
  <cp:keywords/>
  <cp:lastModifiedBy>Fares DKHILI</cp:lastModifiedBy>
  <cp:revision>1</cp:revision>
  <dcterms:created xsi:type="dcterms:W3CDTF">2026-08-24T13:56:40Z</dcterms:created>
  <dcterms:modified xsi:type="dcterms:W3CDTF">2026-08-24T13:57:44Z</dcterms:modified>
</cp:coreProperties>
</file>